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0" r:id="rId7"/>
    <p:sldId id="262" r:id="rId8"/>
    <p:sldId id="263" r:id="rId9"/>
    <p:sldId id="264" r:id="rId10"/>
    <p:sldId id="265" r:id="rId11"/>
    <p:sldId id="269" r:id="rId12"/>
    <p:sldId id="270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A1497-7059-4AE2-95B9-B5E8836C4F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7E1E10-E28F-48F1-8CBF-3D6F80D70B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12CA5-86ED-495F-8319-5688A93A3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23B8D-DEB6-4A68-AF37-EC7824A797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26D2FF-CCB0-4800-BF7F-ECA07E6F0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9003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449C92-A48F-41DA-ABF5-638C4C260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7694CB-46E8-4795-A54A-AD090194E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F8785-6058-46DA-9CED-46848272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CF96C-7AC3-4CE8-A299-064D9FEFA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A5A3CE-6FD2-4260-99EE-15B817575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3232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DAC1C-F701-4E60-9C9E-75A95405A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075FB6-B89C-4470-8CF3-647D50B08D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A4428-0DD7-45CB-A2C1-56A7275CC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DAA3E1-4D55-4483-BC54-5DDA1EEF1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95A1E-37CE-4F8E-8626-F8B9654C6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714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7C94F-E44F-404C-B55E-4BAE7BC65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BB4E2-E16C-4D35-8EC2-4DB1D06D55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41ECB2-7901-4CF8-91F8-74138ED772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F11F6F-A874-4DA7-A2A9-F0A502F72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E29C55-C116-4CDA-8A59-238646016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60EEA-2B5A-450C-A6D7-6BDCBCE23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9853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87B62B-D911-4F93-9AFA-700D19FA0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D88886-D300-44CC-ABCA-88930CE14A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1C89D3-A82C-4E01-A363-0F08D9568D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04300D-E7DB-4C56-82B9-11376440F4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737A33-C76F-4D01-8C26-18671890DC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862C19-620E-44AE-B344-344A6ABE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2F9D9D-6F11-4BAD-A66A-DD5BEDF0A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9A982D7-A7C5-44B5-9034-2F112A055A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35051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EE805A-F0ED-4825-A0A6-44F91777F6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93DE9C-F3F8-4E42-B4C2-B499473DF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9DA49-28CE-4822-97A1-45CAB25EC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8B2E15-71B9-43EC-B06D-3A9F58DBF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197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DF1F04-DCAF-4FE6-8829-033B8700F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4999E1-E9EE-466C-A002-A83D8A4E8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0A7AA4-6CFE-49DA-BECD-2502B2D68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917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D0E0A-1878-435C-933D-B107781F2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61BA1-A177-4FC0-8F12-E0795C05D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D84E14-2A60-4D95-BC9C-77BA98F79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7DFD12-A69D-49A0-9BAC-EF42B83FB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940029-BA28-4790-AE13-080EEE9A4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0634B-D8BB-4929-9ABB-D8840F334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1455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89C268-C27E-4BC1-AF7C-D617729F7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3DFEA5-B230-4949-83BC-829ADADC81D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5303D4-778A-45C6-AD79-B2622B49F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D7854B-FC8D-4C1A-9E8A-E90FC7963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7DABC-1067-4A9A-8011-7BED848BF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8C75BD-2DA9-41C9-9DEF-F9F6EDD02E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729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4C4D-8ADA-4E36-9682-7BF869EEC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ADFD63-BA06-4B52-A6D5-78DED605DF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8DEEC-C445-49F0-95C9-420322CD5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B0532-21B8-4CBC-9F02-7EDB67068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E112CD-659C-4C99-BDE4-B03C0D22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350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2C132A-239B-4EC2-A35F-171B0ED70D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BBBD3A-67FA-4ABE-9748-EBA965C0A1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A4D06E-703B-4CBD-AF3D-92ADA6412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C604B3-1B38-4652-B63C-1CB1BD8DF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A905AC-EBBA-42E6-AB92-9C62E744B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92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AB89AE-D12A-4BDA-9280-F608DD044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8FBA48-72E9-4889-AAD1-CE02724465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25B5BF-8D61-4A03-90F9-1FC22CB88B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58FC7C-2991-4DA1-995D-C1EDC13BAC44}" type="datetimeFigureOut">
              <a:rPr lang="en-IN" smtClean="0"/>
              <a:t>06-01-2022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C3087-E015-4335-8083-8D6E87F387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1FB-356D-42FE-BD97-3430A0C396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55933-F82F-42E3-9381-BBD708B20C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478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A63C-F1A9-4721-B12D-7455FB1CE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7276" y="2035323"/>
            <a:ext cx="9744363" cy="1923753"/>
          </a:xfrm>
        </p:spPr>
        <p:txBody>
          <a:bodyPr>
            <a:normAutofit/>
          </a:bodyPr>
          <a:lstStyle/>
          <a:p>
            <a:r>
              <a:rPr lang="en-IN" b="1" dirty="0"/>
              <a:t>Institutional Sponsored Project </a:t>
            </a:r>
            <a:r>
              <a:rPr lang="en-IN" dirty="0"/>
              <a:t>- </a:t>
            </a:r>
            <a:r>
              <a:rPr lang="en-IN" sz="5400" dirty="0"/>
              <a:t>21EARW492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8D712C-54FF-459B-83B3-433453DEF1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65673" y="3860800"/>
            <a:ext cx="2360162" cy="2898587"/>
          </a:xfr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 fontScale="70000" lnSpcReduction="20000"/>
          </a:bodyPr>
          <a:lstStyle/>
          <a:p>
            <a:r>
              <a:rPr lang="en-IN" b="1" u="sng" dirty="0"/>
              <a:t>Team members </a:t>
            </a:r>
            <a:r>
              <a:rPr lang="en-IN" dirty="0"/>
              <a:t>:-</a:t>
            </a:r>
          </a:p>
          <a:p>
            <a:r>
              <a:rPr lang="en-IN" dirty="0"/>
              <a:t>Amrut Kurtkoti</a:t>
            </a:r>
          </a:p>
          <a:p>
            <a:r>
              <a:rPr lang="en-IN" dirty="0"/>
              <a:t>Amogh Sutar </a:t>
            </a:r>
          </a:p>
          <a:p>
            <a:r>
              <a:rPr lang="en-IN" dirty="0"/>
              <a:t>Ranjeet Shingade</a:t>
            </a:r>
          </a:p>
          <a:p>
            <a:r>
              <a:rPr lang="en-IN" dirty="0"/>
              <a:t>Anant Maliye</a:t>
            </a:r>
          </a:p>
          <a:p>
            <a:r>
              <a:rPr lang="en-IN" dirty="0"/>
              <a:t>KVSS Prathyush</a:t>
            </a:r>
          </a:p>
          <a:p>
            <a:r>
              <a:rPr lang="en-IN" dirty="0"/>
              <a:t>Ritika Javalagi</a:t>
            </a:r>
          </a:p>
          <a:p>
            <a:r>
              <a:rPr lang="en-IN" dirty="0"/>
              <a:t>Malhar Kulkarni</a:t>
            </a:r>
          </a:p>
          <a:p>
            <a:r>
              <a:rPr lang="en-IN" dirty="0"/>
              <a:t>Prasad Basaragi</a:t>
            </a:r>
          </a:p>
        </p:txBody>
      </p:sp>
    </p:spTree>
    <p:extLst>
      <p:ext uri="{BB962C8B-B14F-4D97-AF65-F5344CB8AC3E}">
        <p14:creationId xmlns:p14="http://schemas.microsoft.com/office/powerpoint/2010/main" val="721050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6049D1-03C4-47F2-9F8F-03E6C3E9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153" y="239619"/>
            <a:ext cx="10515600" cy="1325563"/>
          </a:xfrm>
        </p:spPr>
        <p:txBody>
          <a:bodyPr/>
          <a:lstStyle/>
          <a:p>
            <a:r>
              <a:rPr lang="en-IN" dirty="0"/>
              <a:t>Work passed on from our Seniors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BFB6DA-DA45-432B-BF6B-4DFDB09FC1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49107"/>
            <a:ext cx="10515600" cy="585881"/>
          </a:xfrm>
        </p:spPr>
        <p:txBody>
          <a:bodyPr/>
          <a:lstStyle/>
          <a:p>
            <a:r>
              <a:rPr lang="en-IN" dirty="0"/>
              <a:t>ASRS Solidworks design with Mechanical specifications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1B9BB84-6C94-4AF4-90C7-4728B3C92379}"/>
              </a:ext>
            </a:extLst>
          </p:cNvPr>
          <p:cNvSpPr txBox="1"/>
          <p:nvPr/>
        </p:nvSpPr>
        <p:spPr>
          <a:xfrm>
            <a:off x="2725271" y="2994212"/>
            <a:ext cx="70552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Add the </a:t>
            </a:r>
            <a:r>
              <a:rPr lang="en-IN" dirty="0" err="1"/>
              <a:t>img</a:t>
            </a:r>
            <a:r>
              <a:rPr lang="en-IN" dirty="0"/>
              <a:t> of initial Solidworks design which we received from </a:t>
            </a:r>
            <a:r>
              <a:rPr lang="en-IN" dirty="0" err="1"/>
              <a:t>kartik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06260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1CE50-34D8-4E8D-A411-3F10B024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Work done in ISP 2021-22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654C26-AD67-481C-B721-51CD45345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8281" y="1885119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IN" sz="2400" dirty="0"/>
              <a:t>Mechanical</a:t>
            </a:r>
          </a:p>
          <a:p>
            <a:r>
              <a:rPr lang="en-IN" sz="2400" dirty="0"/>
              <a:t>Electrical</a:t>
            </a:r>
          </a:p>
          <a:p>
            <a:r>
              <a:rPr lang="en-IN" sz="2400" dirty="0"/>
              <a:t>Software :-</a:t>
            </a:r>
          </a:p>
          <a:p>
            <a:pPr marL="0" indent="0">
              <a:buNone/>
            </a:pPr>
            <a:r>
              <a:rPr lang="en-IN" sz="2400" dirty="0"/>
              <a:t>     a - Development of Digital Twin using MATLAB          </a:t>
            </a:r>
          </a:p>
          <a:p>
            <a:pPr marL="0" indent="0">
              <a:buNone/>
            </a:pPr>
            <a:r>
              <a:rPr lang="en-IN" sz="2400" dirty="0"/>
              <a:t>     b - Developing Platform for ASRS with TwinCAT based Automation</a:t>
            </a:r>
          </a:p>
          <a:p>
            <a:pPr marL="0" indent="0">
              <a:buNone/>
            </a:pPr>
            <a:r>
              <a:rPr lang="en-IN" sz="2400" dirty="0"/>
              <a:t>     c - Developing Web - based User Interface (U.I) with MySQL Database</a:t>
            </a:r>
          </a:p>
          <a:p>
            <a:pPr marL="0" indent="0">
              <a:buNone/>
            </a:pPr>
            <a:r>
              <a:rPr lang="en-IN" sz="2400" dirty="0"/>
              <a:t>     d - OPC-UA server setup for future developments and third party software </a:t>
            </a:r>
          </a:p>
          <a:p>
            <a:pPr marL="0" indent="0">
              <a:buNone/>
            </a:pPr>
            <a:r>
              <a:rPr lang="en-IN" sz="2400" dirty="0"/>
              <a:t>           development and integration</a:t>
            </a:r>
          </a:p>
          <a:p>
            <a:pPr marL="0" indent="0">
              <a:buNone/>
            </a:pPr>
            <a:r>
              <a:rPr lang="en-IN" sz="2400" dirty="0"/>
              <a:t>     e - A sample implementation of a complete ASRS automation process with </a:t>
            </a:r>
          </a:p>
          <a:p>
            <a:pPr marL="0" indent="0">
              <a:buNone/>
            </a:pPr>
            <a:r>
              <a:rPr lang="en-IN" sz="2400" dirty="0"/>
              <a:t>          Conveyor system integration </a:t>
            </a:r>
          </a:p>
        </p:txBody>
      </p:sp>
    </p:spTree>
    <p:extLst>
      <p:ext uri="{BB962C8B-B14F-4D97-AF65-F5344CB8AC3E}">
        <p14:creationId xmlns:p14="http://schemas.microsoft.com/office/powerpoint/2010/main" val="14056988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E3F6-4D54-4492-9ABA-C0B780F4C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Mechanical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BBC7FF-FE1B-4C06-9CC6-997CFF52F9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Add latest Solidworks screenshot</a:t>
            </a:r>
          </a:p>
        </p:txBody>
      </p:sp>
    </p:spTree>
    <p:extLst>
      <p:ext uri="{BB962C8B-B14F-4D97-AF65-F5344CB8AC3E}">
        <p14:creationId xmlns:p14="http://schemas.microsoft.com/office/powerpoint/2010/main" val="39216695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4960-8337-44E0-B48A-17BA33E0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0"/>
            <a:ext cx="10515600" cy="1325563"/>
          </a:xfrm>
        </p:spPr>
        <p:txBody>
          <a:bodyPr/>
          <a:lstStyle/>
          <a:p>
            <a:r>
              <a:rPr lang="en-IN" dirty="0"/>
              <a:t>Electrical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17F07-8C6B-4A90-AB59-7F16D7615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0271" y="1155700"/>
            <a:ext cx="4182035" cy="514163"/>
          </a:xfrm>
        </p:spPr>
        <p:txBody>
          <a:bodyPr/>
          <a:lstStyle/>
          <a:p>
            <a:r>
              <a:rPr lang="en-IN" dirty="0"/>
              <a:t>AutoCAD panel designing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B02488-F93E-4D4D-88B8-BED0C14822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0" y="1849157"/>
            <a:ext cx="3581400" cy="47148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498403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0267-E31E-4D4D-A1A3-D9E6B948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7" y="504825"/>
            <a:ext cx="11058237" cy="5812848"/>
          </a:xfrm>
        </p:spPr>
        <p:txBody>
          <a:bodyPr/>
          <a:lstStyle/>
          <a:p>
            <a:r>
              <a:rPr lang="en-IN" dirty="0"/>
              <a:t>Solidworks Electrical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C01B7D-E8B5-4891-922C-ABBA7DCB2D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789" y="980667"/>
            <a:ext cx="8044422" cy="54708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0480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24960-8337-44E0-B48A-17BA33E0C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858" y="16716"/>
            <a:ext cx="10515600" cy="1325563"/>
          </a:xfrm>
        </p:spPr>
        <p:txBody>
          <a:bodyPr/>
          <a:lstStyle/>
          <a:p>
            <a:r>
              <a:rPr lang="en-IN" dirty="0"/>
              <a:t>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A17F07-8C6B-4A90-AB59-7F16D76152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4" y="1161771"/>
            <a:ext cx="3635188" cy="496234"/>
          </a:xfrm>
        </p:spPr>
        <p:txBody>
          <a:bodyPr/>
          <a:lstStyle/>
          <a:p>
            <a:r>
              <a:rPr lang="en-IN" dirty="0"/>
              <a:t>MATLAB - Digital Twin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452459-89A4-4607-AA72-E086DA9B1C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688" y="2300347"/>
            <a:ext cx="6039068" cy="33958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16FD43E-F428-4DE3-8F3A-FD8D9A9FEB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4583" y="2300346"/>
            <a:ext cx="5736058" cy="3395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705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0267-E31E-4D4D-A1A3-D9E6B948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7" y="504825"/>
            <a:ext cx="3472195" cy="526116"/>
          </a:xfrm>
        </p:spPr>
        <p:txBody>
          <a:bodyPr>
            <a:normAutofit/>
          </a:bodyPr>
          <a:lstStyle/>
          <a:p>
            <a:r>
              <a:rPr lang="en-IN" dirty="0"/>
              <a:t>TwinCAT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0CC6B8-DE85-4CD8-B2A0-7DA59C2B1E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188" y="1178297"/>
            <a:ext cx="8731624" cy="491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73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0267-E31E-4D4D-A1A3-D9E6B948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7" y="504825"/>
            <a:ext cx="3472195" cy="526116"/>
          </a:xfrm>
        </p:spPr>
        <p:txBody>
          <a:bodyPr>
            <a:normAutofit/>
          </a:bodyPr>
          <a:lstStyle/>
          <a:p>
            <a:r>
              <a:rPr lang="en-IN" dirty="0"/>
              <a:t>TwinCAT HMI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E3C4B2-CB05-4F07-8221-9998468B3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2257" y="1158688"/>
            <a:ext cx="9000565" cy="5062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1626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0267-E31E-4D4D-A1A3-D9E6B948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7" y="504824"/>
            <a:ext cx="9621983" cy="615763"/>
          </a:xfrm>
        </p:spPr>
        <p:txBody>
          <a:bodyPr>
            <a:normAutofit/>
          </a:bodyPr>
          <a:lstStyle/>
          <a:p>
            <a:r>
              <a:rPr lang="en-IN" dirty="0"/>
              <a:t>Web - based User Interface (U.I ) with MySQL Database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074934-6650-4D61-A5EF-D290D58D15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8835" y="1230065"/>
            <a:ext cx="9314329" cy="488517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5602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BA64C4-DE0D-4CED-B622-D90EE21D3B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9423" y="573741"/>
            <a:ext cx="10117166" cy="53078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729529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3B28D8-4FF4-4DE6-8807-DB81E93FF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9259" y="149972"/>
            <a:ext cx="10515600" cy="1325563"/>
          </a:xfrm>
        </p:spPr>
        <p:txBody>
          <a:bodyPr/>
          <a:lstStyle/>
          <a:p>
            <a:r>
              <a:rPr lang="en-IN" dirty="0"/>
              <a:t>MySQL Database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5AC5A62-123D-4694-AA24-653A65078E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503" y="1475535"/>
            <a:ext cx="8982993" cy="471487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1000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FE0267-E31E-4D4D-A1A3-D9E6B948BB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817" y="504824"/>
            <a:ext cx="9621983" cy="6157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OPC – UA server setup 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7B4A7E8-AC8D-4833-9C01-4414CA717979}"/>
              </a:ext>
            </a:extLst>
          </p:cNvPr>
          <p:cNvSpPr txBox="1">
            <a:spLocks/>
          </p:cNvSpPr>
          <p:nvPr/>
        </p:nvSpPr>
        <p:spPr>
          <a:xfrm>
            <a:off x="588817" y="138309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200000"/>
              </a:lnSpc>
              <a:buNone/>
            </a:pPr>
            <a:r>
              <a:rPr lang="en-US" sz="1600" b="1" i="0" dirty="0">
                <a:solidFill>
                  <a:srgbClr val="303030"/>
                </a:solidFill>
                <a:effectLst/>
                <a:latin typeface="Merriweather" panose="020B0604020202020204" pitchFamily="2" charset="0"/>
              </a:rPr>
              <a:t>OPC UA</a:t>
            </a:r>
            <a:r>
              <a:rPr lang="en-US" sz="1600" b="0" i="0" dirty="0">
                <a:solidFill>
                  <a:srgbClr val="303030"/>
                </a:solidFill>
                <a:effectLst/>
                <a:latin typeface="Merriweather" panose="020B0604020202020204" pitchFamily="2" charset="0"/>
              </a:rPr>
              <a:t> (short for Open Platform Communications United Architecture) is a data exchange standard for </a:t>
            </a:r>
            <a:r>
              <a:rPr lang="en-US" sz="1600" b="1" i="0" dirty="0">
                <a:solidFill>
                  <a:srgbClr val="303030"/>
                </a:solidFill>
                <a:effectLst/>
                <a:latin typeface="Merriweather" panose="020B0604020202020204" pitchFamily="2" charset="0"/>
              </a:rPr>
              <a:t>industrial communication</a:t>
            </a:r>
            <a:r>
              <a:rPr lang="en-US" sz="1600" b="0" i="0" dirty="0">
                <a:solidFill>
                  <a:srgbClr val="303030"/>
                </a:solidFill>
                <a:effectLst/>
                <a:latin typeface="Merriweather" panose="020B0604020202020204" pitchFamily="2" charset="0"/>
              </a:rPr>
              <a:t> (machine-to-machine or PC-to-machine communication).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8146CA-4AC5-41B7-84D7-CCF86DD92DB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1653"/>
          <a:stretch/>
        </p:blipFill>
        <p:spPr>
          <a:xfrm>
            <a:off x="3146612" y="2487146"/>
            <a:ext cx="5836023" cy="41900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82758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E2288-1EE9-4C8E-B317-F5E4D09AA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2372"/>
            <a:ext cx="10515600" cy="1325563"/>
          </a:xfrm>
        </p:spPr>
        <p:txBody>
          <a:bodyPr/>
          <a:lstStyle/>
          <a:p>
            <a:r>
              <a:rPr lang="en-IN" dirty="0"/>
              <a:t>A Sample demo of an automation process</a:t>
            </a:r>
          </a:p>
        </p:txBody>
      </p:sp>
    </p:spTree>
    <p:extLst>
      <p:ext uri="{BB962C8B-B14F-4D97-AF65-F5344CB8AC3E}">
        <p14:creationId xmlns:p14="http://schemas.microsoft.com/office/powerpoint/2010/main" val="941041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6AB31-EECF-4D34-A6CF-6873A39125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808848"/>
            <a:ext cx="10515600" cy="124030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8000" dirty="0"/>
              <a:t> Thank You </a:t>
            </a:r>
          </a:p>
        </p:txBody>
      </p:sp>
    </p:spTree>
    <p:extLst>
      <p:ext uri="{BB962C8B-B14F-4D97-AF65-F5344CB8AC3E}">
        <p14:creationId xmlns:p14="http://schemas.microsoft.com/office/powerpoint/2010/main" val="1128408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202</Words>
  <Application>Microsoft Office PowerPoint</Application>
  <PresentationFormat>Widescreen</PresentationFormat>
  <Paragraphs>39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Merriweather</vt:lpstr>
      <vt:lpstr>Office Theme</vt:lpstr>
      <vt:lpstr>Institutional Sponsored Project - 21EARW492</vt:lpstr>
      <vt:lpstr>Work passed on from our Seniors</vt:lpstr>
      <vt:lpstr>Work done in ISP 2021-22</vt:lpstr>
      <vt:lpstr>Mechanical</vt:lpstr>
      <vt:lpstr>Electrical</vt:lpstr>
      <vt:lpstr>PowerPoint Presentation</vt:lpstr>
      <vt:lpstr>Software</vt:lpstr>
      <vt:lpstr>PowerPoint Presentation</vt:lpstr>
      <vt:lpstr>PowerPoint Presentation</vt:lpstr>
      <vt:lpstr>PowerPoint Presentation</vt:lpstr>
      <vt:lpstr>PowerPoint Presentation</vt:lpstr>
      <vt:lpstr>MySQL Database</vt:lpstr>
      <vt:lpstr>PowerPoint Presentation</vt:lpstr>
      <vt:lpstr>A Sample demo of an automation process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Institution Sponsored Project - 21EARW492</dc:title>
  <dc:creator>Amrut Kurtkoti</dc:creator>
  <cp:lastModifiedBy>Amrut Kurtkoti</cp:lastModifiedBy>
  <cp:revision>4</cp:revision>
  <dcterms:created xsi:type="dcterms:W3CDTF">2022-01-06T13:59:43Z</dcterms:created>
  <dcterms:modified xsi:type="dcterms:W3CDTF">2022-01-06T15:54:22Z</dcterms:modified>
</cp:coreProperties>
</file>